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设计理念：教是最好的学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Modular RAG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0FFFF"/>
                </a:solidFill>
              </a:defRPr>
            </a:pPr>
            <a:r>
              <a:t>可插拔、可观测的模块化 RAG 服务 · 通过 MCP 对接 Copilot /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基于 RAG（检索增强生成）与 MCP（Model Context Protocol）的智能问答与知识检索框架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目标：可扩展、高可观测、易迭代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定位：自学与教学同步（Learning by Teaching）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面向 RAG 技术学习与面试求职的实战平台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实战驱动：架构即 RAG 面试题活体答案（分层检索、Hybrid Search、Rerank、评测）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开箱即用 + 深度扩展：MCP 标准接口对接 Copilot/Claude，内部完全模块化可替换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配套资源：技术文档、带注释源码、视频讲解、知识点清单与面试题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可观测与可量化：全链路追踪、Streamlit 管理面板、Ragas/Custom 评估闭环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Ingestion Pipeline：PDF → Markdown → Chunk → Transform → Embedding → Upsert（含多模态图片描述）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Hybrid Search：Dense（向量）+ Sparse（BM25）+ RRF Fusion + 可选 Rerank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MCP Server：Stdio 传输，暴露 query_knowledge_hub、list_collections、get_document_summary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Dashboard：Streamlit 六页面（总览 / 数据浏览 / Ingestion / 追踪 / 评估）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Evaluation：Ragas + Custom，支持 golden test set 回归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策略亮点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分块：智能分块 + 上下文增强（元数据、Image Caption）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粗排：混合检索（BM25 + Dense Embedding）+ RRF 融合，平衡查全与查准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精排：Cross-Encoder 或 LLM Rerank，粗排→精排两段式，兼顾速度与 Top 精准度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可插拔架构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LLM：Azure / OpenAI / Ollama / DeepSeek 等，配置一键切换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Embedding &amp; Rerank：云端与本地模型统一接口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Loader / Splitter / Transform：PDF、Markdown、语义切分、Image Caption 可替换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检索策略：纯向量 / 纯关键词 / 混合可配置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向量库：Chroma、Qdrant、Milvus 等可换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评估：Ragas、DeepEval 等可挂载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280160"/>
            <a:ext cx="3886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零代码修改即可 A/B 测试、成本优化、隐私迁移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接口隔离 + 配置驱动 + 工厂模式 + 优雅降级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MCP 生态集成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Server 暴露标准 tools/resources，Copilot、Claude Desktop 等 MCP Client 直接连接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Stdio 本地通信：零端口、无鉴权、数据不出本机，适合私有知识库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零前端开发：复用 VS Code / 编辑器与现有 AI 助手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一次开发，处处可用：任何支持 MCP 的 Agent 均可接入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多模态与可观测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多模态：Image-to-Text 策略，Vision LLM 生成图像描述并写入 Chunk，统一向量空间检索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全链路白盒：Ingestion 与 Query 各阶段可追踪、可可视化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Dashboard：系统总览、数据浏览、Ingestion 管理、Query/Ingestion 追踪、评估面板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评估闭环：Hit Rate、MRR、Faithfulness 等指标，数据驱动迭代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技术栈（选型要点）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配置：YAML（settings.yaml），统一配置驱动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PDF→Markdown：MarkItDown；切分：LangChain RecursiveCharacterTextSplitter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向量库：Chroma；Embedding：OpenAI / Azure / Ollama 等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MCP：Python 官方 mcp SDK，Stdio Transport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持久化：SQLite（ingestion_history、image_index 等），本地优先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项目状态与许可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0FFFF"/>
                </a:solidFill>
              </a:defRPr>
            </a:pPr>
            <a:r>
              <a:t>开发中 (WIP) · 预计 2026 年 3 月完成 ·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